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780713b935470d" /><Relationship Type="http://schemas.openxmlformats.org/officeDocument/2006/relationships/extended-properties" Target="/docProps/app.xml" Id="R6417d457ab574e96" /><Relationship Type="http://schemas.openxmlformats.org/officeDocument/2006/relationships/officeDocument" Target="/ppt/presentation.xml" Id="R39f5c279f29942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84f836aae841ed"/>
  </p:sldMasterIdLst>
  <p:notesMasterIdLst>
    <p:notesMasterId xmlns:r="http://schemas.openxmlformats.org/officeDocument/2006/relationships" r:id="R4e5698c578f046a3"/>
  </p:notesMasterIdLst>
  <p:sldIdLst>
    <p:sldId xmlns:r="http://schemas.openxmlformats.org/officeDocument/2006/relationships" id="256" r:id="R7bafc6a18aa34075"/>
    <p:sldId xmlns:r="http://schemas.openxmlformats.org/officeDocument/2006/relationships" id="257" r:id="R85f3df8d7d6141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4f836aae841ed" /><Relationship Type="http://schemas.openxmlformats.org/officeDocument/2006/relationships/theme" Target="/ppt/theme/theme1.xml" Id="Ra63800d6d93c4df7" /><Relationship Type="http://schemas.openxmlformats.org/officeDocument/2006/relationships/notesMaster" Target="/ppt/notesMasters/notesMaster1.xml" Id="R4e5698c578f046a3" /><Relationship Type="http://schemas.openxmlformats.org/officeDocument/2006/relationships/presProps" Target="/ppt/presProps.xml" Id="Raef15f5334a2431e" /><Relationship Type="http://schemas.openxmlformats.org/officeDocument/2006/relationships/viewProps" Target="/ppt/viewProps.xml" Id="Rbcfdd7c825e742d6" /><Relationship Type="http://schemas.openxmlformats.org/officeDocument/2006/relationships/tableStyles" Target="/ppt/tableStyles.xml" Id="R2f846c81b93e4fe3" /><Relationship Type="http://schemas.openxmlformats.org/officeDocument/2006/relationships/slide" Target="/ppt/slides/slide1.xml" Id="R7bafc6a18aa34075" /><Relationship Type="http://schemas.openxmlformats.org/officeDocument/2006/relationships/slide" Target="/ppt/slides/slide2.xml" Id="R85f3df8d7d6141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ac30fb007134f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490fa5756409e" /><Relationship Type="http://schemas.openxmlformats.org/officeDocument/2006/relationships/notesMaster" Target="/ppt/notesMasters/notesMaster1.xml" Id="R2219888fe01744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e7cae4ae8345a2" /><Relationship Type="http://schemas.openxmlformats.org/officeDocument/2006/relationships/notesMaster" Target="/ppt/notesMasters/notesMaster1.xml" Id="R3c0087f4696d41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b35d687de744b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0e31e8056ed40e5" /><Relationship Type="http://schemas.openxmlformats.org/officeDocument/2006/relationships/slideLayout" Target="/ppt/slideLayouts/slideLayout2.xml" Id="Rea17b25dbe7149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7b25dbe7149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ce734e2b3440dd" /><Relationship Type="http://schemas.openxmlformats.org/officeDocument/2006/relationships/notesSlide" Target="/ppt/notesSlides/notesSlide1.xml" Id="R3ef67037dd13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3fefaa6804102" /><Relationship Type="http://schemas.openxmlformats.org/officeDocument/2006/relationships/notesSlide" Target="/ppt/notesSlides/notesSlide2.xml" Id="Rf390c5aac81d46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877BD2-93C4-4454-BE68-C1D8D8E7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B3148-F212-4F4E-A164-58F8EDA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53D2F-9C0C-41F3-AD0D-AA38AFCD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9384B-7878-49A0-A590-D849788C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当前智能体调度框架：从任务请求到可调度 DAG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E1E4D-139B-45BE-B0B9-CB634F5A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关注代码结构如何支撑调度，不展开函数实现；当前编排与重规划均为规则型、可追踪流程。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D2EAF-34CA-4ED3-952C-3B538899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DCE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B925C-1AB7-43A9-9096-2079E8D2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48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代码结构框架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6CAC3-19FE-4590-B854-1883A6F3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4097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0">
            <a:solidFill>
              <a:srgbClr val="DDF7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2C469-C7E1-4974-9E07-88831C85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9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9F9A"/>
                </a:solidFill>
                <a:latin typeface="Microsoft YaHei"/>
                <a:ea typeface="Microsoft YaHei"/>
                <a:cs typeface="Microsoft YaHei"/>
              </a:rPr>
              <a:t>调度前编排层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E7101-A256-4C5E-BA6B-9A4B0DF6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一、主调度链路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85FBF-DAF4-497B-930E-423DA256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16859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11430">
            <a:solidFill>
              <a:srgbClr val="9CC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364F3-B0A9-479D-B371-866A015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1BDB1-7981-43A3-967A-7A312800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1419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API 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45933-BC86-4AA9-80AE-C0637890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419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api_main.py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/submit 与 /slice_infer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接收任务并创建上下文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74B3E-962C-46E1-A4BB-FE1CBDFB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381125"/>
            <a:ext cx="16859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39E68-7033-4348-B89C-3BE822E1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A885C-2328-4B46-8407-2B660FD7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1419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共享上下文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8F530-BB62-40BB-A9F8-55FB4062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52600"/>
            <a:ext cx="1419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ExecutionContext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承载请求、解析结果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计划、轨迹与工具结果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D12DE-1352-4F63-91A3-95E56D00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81125"/>
            <a:ext cx="16859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11430">
            <a:solidFill>
              <a:srgbClr val="99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20A11-DBBE-4DBD-A511-5325C104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75EBF-51CC-4390-BD28-AE983A39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95425"/>
            <a:ext cx="1419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C59D2-8975-47D1-8AA9-DCA1B061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1419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Input → Understanding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Decompose → Planning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完成调度前准备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FE310-1ABE-4B37-94E3-ACEB3168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16859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11430">
            <a:solidFill>
              <a:srgbClr val="F4C9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DEAF84-FD7E-463B-B251-7F5E6D01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0">
            <a:solidFill>
              <a:srgbClr val="D98E0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E26DA-2FA2-41D8-AF5A-EA048D12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495425"/>
            <a:ext cx="1419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任务 DAG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17DBB-B4BC-4F94-9111-0689AFBF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752600"/>
            <a:ext cx="1419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SubTask 集合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依赖、阶段、参数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optional 与 fallback 属性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37001-D373-41AC-B7FB-4480DE61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81125"/>
            <a:ext cx="16859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C7BD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811E7E-186C-431E-BA10-16506B92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148FAB-7F5C-47D4-BFAB-5FA8EE62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95425"/>
            <a:ext cx="1419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调度入口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9E4672-68BC-47BF-A614-6964506C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52600"/>
            <a:ext cx="1419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IntelligentScheduler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接管依赖判断、批次并发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失败处理与轨迹记录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3657A-78F8-4CBB-95D8-EE9E704B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8383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E1088A-75AA-4255-9057-C107A62F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383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3C440E-5D7F-4008-95A3-A349C04A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383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178CA0-9BC2-4AEF-B9E5-0276549A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383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F8D57E-3CC0-4E93-9048-2E64F688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19400"/>
            <a:ext cx="5391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2DB0D4-BF8E-4F20-A357-F8739B8E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194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333338-7D34-4940-9B7C-D068409A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512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代码结构到调度角色映射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BA1EDA-C642-42B2-BCCA-DE6A5D81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5124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agents/：输入校验、XML 需求理解、能力匹配拆解、计划批次生成、工具调用、后处理与报告汇总。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scheduler/：围绕 SubTask DAG 做就绪判断、并发执行、状态推进、失败重规划和下游阻塞传播。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mcp/ + clients/：把 ExecutionContext 与 SubTask 封装成 MCPRequest，再通过异步 HTTP 调用工具服务。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core/：定义 TaskRequest、SubTask、ToolResult、ExecutionContext 与任务状态，是调度系统的数据骨架。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services/ 与 config.py：服务 URL、超时与算法执行边界，调度器只依赖注册工具名，不直接绑定算法实现。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4ABB49-A7BE-4688-A026-79CCADD9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19400"/>
            <a:ext cx="2724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EFC"/>
          </a:solidFill>
          <a:ln xmlns:a="http://schemas.openxmlformats.org/drawingml/2006/main" w="9525">
            <a:solidFill>
              <a:srgbClr val="BFE8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64324D-1F05-4321-A089-EF3AD075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194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C74D86-0120-401A-847C-508925A7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4175"/>
            <a:ext cx="2457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能力匹配如何形成 DAG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E9CE1E-BF23-4FBC-B104-A7D394D6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2457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ToolCapability 声明工具阶段、适用模式、载荷类型、目标类别、输出结构与可选性。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DecomposeAgent 根据 XML 解析结果与工具注册表动态选择节点，而不是写死一条串行流水线。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PlanningAgent 按依赖生成可并行批次，形成 plan_rationale 供接口响应与最终报告展示。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A12154-D8AC-4C30-A1AB-B5A13EE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2724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9525">
            <a:solidFill>
              <a:srgbClr val="F3D89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01B768-4972-4427-9736-BF0D1503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0">
            <a:solidFill>
              <a:srgbClr val="D98E0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2A77C4-5E48-4934-A7DD-EFC103C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24175"/>
            <a:ext cx="2457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两种入口模式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758249-2297-47B7-9FFC-CDF7B815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2457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底图识别 base_map：XML 声明 SAR、OPTICAL、ELINT 与目标类别，生成预处理、几何校正和检测任务。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切片识别 slice：接口传入 pointPath，Orchestrator 覆盖为切片模式，只生成 SLICE_01 检测节点。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两种模式共享同一个上下文、注册表、调度器、后处理与报告出口。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8D6D57-653B-4ED9-99B4-E118EC56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815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二、典型 DAG 形态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1C5B8A-600E-4460-82E8-0891933D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181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1430">
            <a:solidFill>
              <a:srgbClr val="A9C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BDC76C-1C0E-4434-AB67-ADB85C5F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EBDCF6-C56D-4E5D-9CFC-F27C1BCD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14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0ED7E2-0556-460C-8574-6FAC0F5B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SAR 去噪</a:t>
            </a:r>
          </a:p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preprocess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7C140A-6F0D-4F38-BFB0-39B1B58E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81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1430">
            <a:solidFill>
              <a:srgbClr val="A9CC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0F1659-C992-4F8E-8690-D96DF68B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66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73A5E8-4906-4D1F-9C57-65D944B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914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11185F-B300-49F5-B3A2-CE2B1F82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光学增强</a:t>
            </a:r>
          </a:p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preprocess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D2B233-9E7B-4E83-99AF-EDA697FA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4355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DF4DFB-F8CC-4701-AB03-E3BD70F2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72175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D62AF1-8FF9-4AA0-8A70-F015AA86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4830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11430">
            <a:solidFill>
              <a:srgbClr val="9DDC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542B66-BE0E-4C35-BD25-2EC99A46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483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43D137-1490-4C84-A7F4-D2E29922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62600"/>
            <a:ext cx="1162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A2351F-FEBA-4498-B586-5FF949AC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19775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几何精校正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依赖 P1 / P2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B69110-532D-40F6-84C4-E57A8086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724525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02EED4-0C23-414E-A5B3-C5208E7E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14925"/>
            <a:ext cx="1733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F6E9"/>
          </a:solidFill>
          <a:ln xmlns:a="http://schemas.openxmlformats.org/drawingml/2006/main" w="11430">
            <a:solidFill>
              <a:srgbClr val="A7DDB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B8867BB-9E74-44AB-91A1-18ED2DFA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14925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723DC0-37B3-4B90-A3CD-ACECB7C0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200650"/>
            <a:ext cx="1466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D1-D6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283733-7398-4AEB-8724-67963885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1972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SAR / 光学目标检测</a:t>
            </a:r>
          </a:p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按目标类别并发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5921A5-DA40-4D5C-A5AB-AC459D2A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05500"/>
            <a:ext cx="1733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11430">
            <a:solidFill>
              <a:srgbClr val="F1CB7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93D2FB3-99C0-4119-83B3-AB5A995A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055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0">
            <a:solidFill>
              <a:srgbClr val="D98E0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A709DF-7686-4CF1-B50B-1741A823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991225"/>
            <a:ext cx="1466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D7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27D7B5-AF37-491B-B78B-11C95BB3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2103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ELINT 检测</a:t>
            </a:r>
          </a:p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可选任务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8079CE-577A-427C-A718-78F4E9CD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4832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20F771-945F-4155-B4FC-8158DBAA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38775"/>
            <a:ext cx="16573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DD6E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2E6D03-6343-4F8C-A244-D990FDD4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387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F7A7C5-4915-44B7-ABD1-03AAC1E2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553075"/>
            <a:ext cx="1390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Postprocess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C82DBE-87BC-4DCF-B628-476A4BEB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8102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虚警过滤 + QB 融合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形成 fused_targets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E79485-ABD9-4129-BAC6-C45BEF40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150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B204ED-94D0-4F15-89EF-72AC09E8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3877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C8BEF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2AC3AEF-0EAB-4C89-89DE-A7D8F16F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387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CE593CF-CD94-4AEC-98DD-3A375B8A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53075"/>
            <a:ext cx="1543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7BE887-F6B2-44C3-A3A3-BA2BE3F7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1025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质量评估 + 最终报告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输出 report_*.json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36D085-5D3C-4327-8A28-FF61F6C6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EFB256B-6366-4A60-94B5-FA75769C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A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A8798"/>
                </a:solidFill>
                <a:latin typeface="Microsoft YaHei"/>
                <a:ea typeface="Microsoft YaHei"/>
                <a:cs typeface="Microsoft YaHei"/>
              </a:rPr>
              <a:t>multi_payload_mcp_scheduler · 智能体调度框架大纲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E5E6AFC-9132-4441-87DF-3F507EDF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103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A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A879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85171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E2A5C6-BF37-4D34-A1DF-BCDC62C1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C3D95-4464-4DA8-BADA-9F9A0EDE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A7659-0F2B-4C9F-B467-59A737B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2BAEC-E649-4673-ABBE-AD9FBA7D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智能调度闭环：依赖就绪、批次并发与失败重规划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54F61-C2C2-4F15-84F2-DB1D5E6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调度器围绕 SubTask 状态机运行：只启动依赖已满足的节点，失败后按 retry / fallback / skip / fail 做确定性决策。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2FEFC-8BB0-4FAF-9041-E9F94319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6700"/>
            <a:ext cx="1371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EDE9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6637A-4C46-4B3B-823A-46FEC1DA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48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5BD0"/>
                </a:solidFill>
                <a:latin typeface="Microsoft YaHei"/>
                <a:ea typeface="Microsoft YaHei"/>
                <a:cs typeface="Microsoft YaHei"/>
              </a:rPr>
              <a:t>流程框架图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D94D4-965E-43D6-A58D-C1F3FC1B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2450"/>
            <a:ext cx="1371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4F6E9"/>
          </a:solidFill>
          <a:ln xmlns:a="http://schemas.openxmlformats.org/drawingml/2006/main" w="0">
            <a:solidFill>
              <a:srgbClr val="E4F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EC223-188D-4C18-BDE7-D133CD6E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905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执行期调度层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D1AFB-2097-4268-8F4B-BE0217C1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一、调度循环主路径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A407E-2F76-486B-BACC-AFEAC11E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600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C2A3C-69AE-48FF-BD69-5A2BAF87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0DEF4-8B62-473A-89C1-A831B53E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33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 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E762D-5E05-4B2D-ACFF-6ADAAFB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从 context.subtasks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筛选未执行节点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AC970-3F63-4E74-8924-03AFFC31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240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925EF-BB7E-4E99-8D26-2EDD6C3E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09700"/>
            <a:ext cx="171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11430">
            <a:solidFill>
              <a:srgbClr val="A6C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5CCBF-2F5E-4734-AE06-C876F9E9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097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CF121-94E6-4525-A876-84A0C8D7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2400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就绪判断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C44FF-69C1-4D21-9D8F-5CC317F8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81175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依赖任务成功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或可选任务已跳过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BC80C3-4A60-4224-B194-E7F8CF3D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240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A77F3-8FC0-46DB-BD61-6CDAE65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09700"/>
            <a:ext cx="1733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11430">
            <a:solidFill>
              <a:srgbClr val="9ADB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F9ECD4-C1D2-4DF0-A38E-3A21769A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097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1BD26-10B5-452A-9C00-31E5D2C9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24000"/>
            <a:ext cx="1466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RUNNING 批次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77775-A502-4B4F-819C-A53A61F2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8117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同一批 ready tasks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进入并发调用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8D226E-F3E1-4B3A-AAAA-2E14EE18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240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988340-3DF3-44EC-9C58-5F16105C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11430">
            <a:solidFill>
              <a:srgbClr val="F2CB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EC08B8-FA41-4B99-8499-242A8FFB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0">
            <a:solidFill>
              <a:srgbClr val="D98E0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E95FF-0F2A-4250-AA17-2E23DF53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24000"/>
            <a:ext cx="1638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Invoker + MCP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E4783F-BFCE-40D1-B508-4B877B15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81175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构造 MCPRequest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异步 HTTP 调用工具服务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EBD06C-4BA7-4DE9-ABF4-5035C9E4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240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0">
            <a:solidFill>
              <a:srgbClr val="D98E0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7B65AD-FCE5-45D6-83E3-AB8557F8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09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4F6E9"/>
          </a:solidFill>
          <a:ln xmlns:a="http://schemas.openxmlformats.org/drawingml/2006/main" w="11430">
            <a:solidFill>
              <a:srgbClr val="A5DDB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AA01D2-2138-448B-8507-D081D66B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097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06ABD-2E82-4E91-97C3-AA4291C5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24000"/>
            <a:ext cx="1543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ToolResult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BFF229-9121-4D58-B13F-A83B50FC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81175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返回 success、output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confidence、message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0732E5-1534-478C-804A-671918A7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3431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062448-5FBA-4C3F-A31F-64685D90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0350"/>
            <a:ext cx="1714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BAC507-D109-4891-8425-7C8A152F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FF7"/>
          </a:solidFill>
          <a:ln xmlns:a="http://schemas.openxmlformats.org/drawingml/2006/main" w="11430">
            <a:solidFill>
              <a:srgbClr val="B6E3C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474533-B4BC-45AD-BAE3-2FE6E4DF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5993B0-BBA9-4AD8-8410-3B8D9BA2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52800"/>
            <a:ext cx="17907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成功回写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642F19-7F7D-4E4C-9A8A-7F6E66A0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09975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写入 context.tool_results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任务状态置为 SUCCESS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记录 task_succeeded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56148F-77D4-4BA1-B360-874DC5DA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8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二、失败重规划分支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8A6D9E-4371-47A2-AB59-ED236672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28950"/>
            <a:ext cx="1733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E4E4"/>
          </a:solidFill>
          <a:ln xmlns:a="http://schemas.openxmlformats.org/drawingml/2006/main" w="11430">
            <a:solidFill>
              <a:srgbClr val="F1B4B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C75EB3-BBB4-46A1-A9BC-95079647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289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0F67AE-57CB-4B39-B6B0-D0284155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466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失败尝试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CC70F7-A00F-420F-96BF-D68CF295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异常或 success=false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记录 task_failed_attempt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D3FDEE-F1DE-443E-9DBC-5271080A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432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30974A-3853-471A-AC88-A271D36A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28950"/>
            <a:ext cx="2038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C5BA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9E853D-8F46-43B9-9350-D4885E91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289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9363B2-1414-4F88-8432-A2B9E1D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43250"/>
            <a:ext cx="1771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ReplanDecisionAgent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B74608-8556-4611-96AE-B399F37B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0042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按确定性策略判断</a:t>
            </a:r>
          </a:p>
          <a:p xmlns:a="http://schemas.openxmlformats.org/drawingml/2006/main">
            <a:pPr algn="l">
              <a:def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不调用外部大模型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B46CE2-81C7-4247-9B66-EA188D49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43275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C93AAE-90B6-454E-802B-59367EEE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1430">
            <a:solidFill>
              <a:srgbClr val="AFCB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8CFFF4-0A8E-4DE7-8976-BA4D3E7E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3F9F2A-64DF-4D19-A508-635D86D2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62275"/>
            <a:ext cx="1162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retry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494668-BAE5-4D28-9156-69658E5B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813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重试预算未耗尽</a:t>
            </a:r>
          </a:p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回到 PENDING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9DCAA4-1126-4D07-BB97-2DA6C4A5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24250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11430">
            <a:solidFill>
              <a:srgbClr val="F0CB7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7BDD24-8748-43AE-9F0E-A8B3806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24250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0">
            <a:solidFill>
              <a:srgbClr val="D98E0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E50341-CDF3-49FB-B0CD-E1BA0657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9975"/>
            <a:ext cx="1162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fallback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652BA8-6DDB-4C4C-8B16-D41DBDF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290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替换已注册备用工具</a:t>
            </a:r>
          </a:p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清空旧结果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EBA302-5BD0-4B2F-9B5F-3D6C5A0E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FFA"/>
          </a:solidFill>
          <a:ln xmlns:a="http://schemas.openxmlformats.org/drawingml/2006/main" w="11430">
            <a:solidFill>
              <a:srgbClr val="A7DD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9DDFAC-9397-425B-BC44-2BD07BE6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7F932F-05B5-4AA6-A5E5-E6819B31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62275"/>
            <a:ext cx="1162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skip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F933B7-836C-4918-95A4-4F83B439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813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可选任务失败</a:t>
            </a:r>
          </a:p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不阻断主流程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49DF60-0796-4E90-B644-6D1499CC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E4E4"/>
          </a:solidFill>
          <a:ln xmlns:a="http://schemas.openxmlformats.org/drawingml/2006/main" w="11430">
            <a:solidFill>
              <a:srgbClr val="EEB0B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CFAF1E-8F22-4B97-B700-086FF8CE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490723-2876-45D4-A04A-7C1F4E42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09975"/>
            <a:ext cx="1162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fail / blocked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BCE411-F11F-4573-97CD-55D3AC91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290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必选任务失败</a:t>
            </a:r>
          </a:p>
          <a:p xmlns:a="http://schemas.openxmlformats.org/drawingml/2006/main">
            <a:pPr algn="l">
              <a:def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下游依赖置阻塞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EB6044-42C9-495B-9D1B-AC01F41A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36766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FDDF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E58B0CB-AE58-47DF-987E-779ABB1D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233E16-DE9F-48C1-84F8-2A2516CC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3409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调度器记录的可解释轨迹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7DB9E0-9ADA-4D8E-A1BF-74E80C29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3409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execution_trace：task_ready、task_started、task_succeeded、task_failed_attempt、task_retry_scheduled、task_skipped、task_blocked 等事件。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replan_events：retry、fallback_selected、skip、fail、blocked、scheduler_stalled 等决策。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这些记录会进入接口 orchestration 字段，也会进入最终报告，便于前端展示和问题追踪。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2619A70-30F2-4BE0-82F2-08EAF9E8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BFAFF"/>
          </a:solidFill>
          <a:ln xmlns:a="http://schemas.openxmlformats.org/drawingml/2006/main" w="9525">
            <a:solidFill>
              <a:srgbClr val="D8D1F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D49177-0491-4E58-BA3C-32E85B74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1B67DA-3C71-4C51-8FFB-EE2EA914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316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状态机与终态含义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6F88298-4AB3-4A6A-912D-9D5BCA63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3162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PENDING：等待依赖满足；RUNNING：正在批次执行；SUCCESS：结果写入上下文。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FAILED：必选任务重试和 fallback 均不可用；BLOCKED：上游依赖失败导致无法启动。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SKIPPED：可选任务失败后被跳过，调度器允许后续可满足依赖的任务继续推进。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1F6FE4A-D050-4C13-A4D1-0324E015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36004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FF8"/>
          </a:solidFill>
          <a:ln xmlns:a="http://schemas.openxmlformats.org/drawingml/2006/main" w="9525">
            <a:solidFill>
              <a:srgbClr val="C9E9C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741A8B-A2D9-416C-A927-4909DD95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903B44-39A1-4AB7-AD1C-956A88C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3387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调度出口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4BF173-F3A4-4122-B67B-BC66EB6E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910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全部可执行节点进入终态后，PostprocessAgent 聚合检测结果，执行虚警过滤与 QB 融合。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ReportAgent 生成最终业务报告，并附加质量评估、任务状态摘要、计划批次和重规划事件。</a:t>
            </a:r>
          </a:p>
          <a:p xmlns:a="http://schemas.openxmlformats.org/drawingml/2006/main">
            <a:pPr algn="l">
              <a:def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最终输出：HTTP 响应 + outputs/report_{task_id}.json 或 report_slice.json。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94006DE-A14C-42AE-B330-1338D0E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三、当前调度框架的表达重点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C7F9309-2399-4CD0-A92F-1D35FC78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53125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C151029-8837-411E-B561-0C20B3AC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912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12038A2-AC93-4055-8ACD-5DBF705F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53125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0">
            <a:solidFill>
              <a:srgbClr val="DDF7F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95D85D8-66E3-4351-BBFF-69B14E63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912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9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9F9A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5C229F-B2A6-4B3A-B579-DD8BB6F8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953125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4F6E9"/>
          </a:solidFill>
          <a:ln xmlns:a="http://schemas.openxmlformats.org/drawingml/2006/main" w="0">
            <a:solidFill>
              <a:srgbClr val="E4F6E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6B7AFEF-9545-41BD-B5F8-4F450EC0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9912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F9E44"/>
                </a:solidFill>
                <a:latin typeface="Microsoft YaHei"/>
                <a:ea typeface="Microsoft YaHei"/>
                <a:cs typeface="Microsoft YaHei"/>
              </a:rPr>
              <a:t>SUCCESS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C71CDFE-6004-42E9-B1EA-6139A04A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53125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E4E4"/>
          </a:solidFill>
          <a:ln xmlns:a="http://schemas.openxmlformats.org/drawingml/2006/main" w="0">
            <a:solidFill>
              <a:srgbClr val="FFE4E4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F2164A-362C-4E8B-B3BA-8C799183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912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64545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197E82C-5605-4647-851C-8F6CA06A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53125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27BCDBA-1C4E-42FF-A0E1-DCF49F1B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912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64545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C989392-F4B5-47C4-8CF3-86015072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953125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0">
            <a:solidFill>
              <a:srgbClr val="FFF1C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B9B6D1E-B957-46AF-B4BB-17E5819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9912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8E0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98E04"/>
                </a:solidFill>
                <a:latin typeface="Microsoft YaHei"/>
                <a:ea typeface="Microsoft YaHei"/>
                <a:cs typeface="Microsoft YaHei"/>
              </a:rPr>
              <a:t>SKIPPED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2F2D927-393F-4F32-A4F2-3268D856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057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一句话概括：调度器不关心算法内部怎样实现，只关心“哪个能力可用、哪些依赖已满足、哪些结果可复用、失败后如何继续推进”。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30904FF-E625-46B5-819E-B468FCE1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306B022-5AC7-4232-A189-D3CA6190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A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A8798"/>
                </a:solidFill>
                <a:latin typeface="Microsoft YaHei"/>
                <a:ea typeface="Microsoft YaHei"/>
                <a:cs typeface="Microsoft YaHei"/>
              </a:rPr>
              <a:t>multi_payload_mcp_scheduler · 智能体调度框架大纲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819313E-3A98-4321-B8EA-48B67AC1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103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A8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A87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7755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2026-06-01T14:41:51.0410000Z</dcterms:created>
  <dcterms:modified xsi:type="dcterms:W3CDTF">2026-06-01T14:41:51.0410000Z</dcterms:modified>
</coreProperties>
</file>